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988" autoAdjust="0"/>
    <p:restoredTop sz="94660"/>
  </p:normalViewPr>
  <p:slideViewPr>
    <p:cSldViewPr snapToGrid="0">
      <p:cViewPr varScale="1">
        <p:scale>
          <a:sx n="68" d="100"/>
          <a:sy n="68" d="100"/>
        </p:scale>
        <p:origin x="68" y="12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040FD55-6335-FF1A-F0A3-5F1F36A959D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1F8CAA17-F545-24DF-A46A-C054753EB80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067F055-3943-A326-078B-9D1F0B69FB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27CDF9-8A23-4DD0-91E0-E419D4A5A917}" type="datetimeFigureOut">
              <a:rPr lang="ko-KR" altLang="en-US" smtClean="0"/>
              <a:t>2026-03-13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C7C4C42-5012-A04D-2155-8C40B6E0BB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9BC8DAC-9077-108F-BC4A-0FDB8B2391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C364FF-299F-4142-B0FF-D4E2A3AF509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653633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E7F1F4B-D2BF-FFC0-F955-0B7ABD0BF8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0C849B5-BA7A-C523-697D-4E933209D4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25C3C69-551C-4DF0-7CF7-FDE0C1CADA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27CDF9-8A23-4DD0-91E0-E419D4A5A917}" type="datetimeFigureOut">
              <a:rPr lang="ko-KR" altLang="en-US" smtClean="0"/>
              <a:t>2026-03-13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221FA0D-4233-DE7B-266F-7346245C14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0A9D7A6-2830-49A7-A886-73D0F04E1E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C364FF-299F-4142-B0FF-D4E2A3AF509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883920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0DBD746-8D4D-6668-05FE-F53BDF18D2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9D56C86-0F50-895B-3E36-A036E02A25B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38F25F4-24F8-B835-C677-F9B1E8C1C4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27CDF9-8A23-4DD0-91E0-E419D4A5A917}" type="datetimeFigureOut">
              <a:rPr lang="ko-KR" altLang="en-US" smtClean="0"/>
              <a:t>2026-03-13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E398F81-2194-5DAF-6B1B-E34CA662CD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2822331-2D55-43E8-F0E3-141762AC2B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C364FF-299F-4142-B0FF-D4E2A3AF509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834342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BE0A0F2-25AF-C147-B708-1D88F0CAE4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B00719E-7184-4DD7-38C5-ACE06BDEACE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976782F8-2B67-2EEA-3D79-ECE6E8ED0C5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7C54E4DF-4292-52AA-FE6E-38312B67F2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27CDF9-8A23-4DD0-91E0-E419D4A5A917}" type="datetimeFigureOut">
              <a:rPr lang="ko-KR" altLang="en-US" smtClean="0"/>
              <a:t>2026-03-13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B525C884-3A2C-2739-B54D-289409DC22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C76F8B96-D597-7D08-437B-3DDAAF39D5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C364FF-299F-4142-B0FF-D4E2A3AF509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898368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2023B88-38C9-B659-71B4-113EAB294D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0D6ACB2-5EF7-81A7-0624-434ECD8F8C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DC5410BA-3476-F20C-9DBB-EF854FBA154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7B344ED1-BD22-7A1F-F5F4-ABBA88120A6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6879933A-9453-CDBE-ED32-90772513EEB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06C0961B-F8D6-AF64-1F48-A3735A6D57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27CDF9-8A23-4DD0-91E0-E419D4A5A917}" type="datetimeFigureOut">
              <a:rPr lang="ko-KR" altLang="en-US" smtClean="0"/>
              <a:t>2026-03-13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A15799DF-B7B8-6371-8B95-CDE2325400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2E64F033-2C90-E660-C164-F64758EC3C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C364FF-299F-4142-B0FF-D4E2A3AF509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620141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8CEE53C-C9BD-58FC-C2B6-32CFB48AA2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0FF73F7C-14C8-6D49-2D70-33EE97CD4D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27CDF9-8A23-4DD0-91E0-E419D4A5A917}" type="datetimeFigureOut">
              <a:rPr lang="ko-KR" altLang="en-US" smtClean="0"/>
              <a:t>2026-03-13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AF602F9A-678A-37EC-D783-82758AD9AB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48442219-4848-B380-B473-BE6F2C3927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C364FF-299F-4142-B0FF-D4E2A3AF509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299587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D9E865CF-9C61-2CE4-105A-0095CA554C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27CDF9-8A23-4DD0-91E0-E419D4A5A917}" type="datetimeFigureOut">
              <a:rPr lang="ko-KR" altLang="en-US" smtClean="0"/>
              <a:t>2026-03-13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2234798B-4FEA-B6DB-0CB2-6AFD88A45C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ECCF22F-5FAC-7D5D-075C-94EA6BBEF9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C364FF-299F-4142-B0FF-D4E2A3AF509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85268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24CD5A9-625F-B7A6-8762-8E8BF76463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156797E-7362-7800-ED96-25F5C38AB8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7B1DA9C9-D243-952A-F63B-1407F9A238D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E2F22DA0-0482-0B30-79B7-E267BFE025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27CDF9-8A23-4DD0-91E0-E419D4A5A917}" type="datetimeFigureOut">
              <a:rPr lang="ko-KR" altLang="en-US" smtClean="0"/>
              <a:t>2026-03-13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EEC41C56-BA0A-9422-AF4A-AAF82550D1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4445FB67-00B6-C841-C139-32FDDE4755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C364FF-299F-4142-B0FF-D4E2A3AF509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593204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31ABE62-8AA4-E6BB-D300-B62832C743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359F5C67-9255-74B9-438B-283C3508601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B7BAE7C-DE43-DC5D-6079-D88A34C51DB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C1900F1E-AEEA-B102-9742-CC134FBAC6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27CDF9-8A23-4DD0-91E0-E419D4A5A917}" type="datetimeFigureOut">
              <a:rPr lang="ko-KR" altLang="en-US" smtClean="0"/>
              <a:t>2026-03-13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595646EE-E944-1C15-A2E8-8F4F9E266D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CAE6E3D1-2BB1-0959-A17D-FE704AF2B5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C364FF-299F-4142-B0FF-D4E2A3AF509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665624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9E62E06-4D82-F185-5CBC-D3E9BF496E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BD8B0FF6-6540-F06D-FB54-A0315332443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DB0F3B1-7DAB-1EB5-BB2F-1B8100F57D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27CDF9-8A23-4DD0-91E0-E419D4A5A917}" type="datetimeFigureOut">
              <a:rPr lang="ko-KR" altLang="en-US" smtClean="0"/>
              <a:t>2026-03-13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03B0A84-1D3D-588F-6FA7-1DD80D7D49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3B000E7-D740-BFBF-48F7-FC85CD91CE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C364FF-299F-4142-B0FF-D4E2A3AF509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424779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C3E2B8CB-9753-2FC5-32FB-417DBE54298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88D67FDF-0430-986C-9950-E7603A38EF9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739BE10-DC57-E06C-4A8C-2DE1D272D7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27CDF9-8A23-4DD0-91E0-E419D4A5A917}" type="datetimeFigureOut">
              <a:rPr lang="ko-KR" altLang="en-US" smtClean="0"/>
              <a:t>2026-03-13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149FA3F-EAFF-4152-0CA2-CB5808D708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8197B8C-3229-BBB1-78A5-F1BDE758DE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C364FF-299F-4142-B0FF-D4E2A3AF509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444396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7EC881D5-F3DD-7080-1A0C-D098E50C9C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816D5BD-0D07-3D89-3962-26344DB15BA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0448665-B6CD-88D4-DB1F-ECD6D97E222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427CDF9-8A23-4DD0-91E0-E419D4A5A917}" type="datetimeFigureOut">
              <a:rPr lang="ko-KR" altLang="en-US" smtClean="0"/>
              <a:t>2026-03-13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7D850DA-993C-3D4F-7306-CDDDA05BE99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98C7429-87A7-18C9-6BE8-EE62E8B327F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C364FF-299F-4142-B0FF-D4E2A3AF509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742400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22A1D4D-6911-3294-47DE-ED949F61889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altLang="ko-KR" sz="5400" dirty="0"/>
              <a:t>COMP 3011 Coursework 1</a:t>
            </a:r>
            <a:endParaRPr lang="ko-KR" altLang="en-US" sz="5400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44B7AE52-5788-6D97-9096-4C8AE4E307D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ko-KR" dirty="0"/>
              <a:t>Football Analytics &amp; Community REST API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794220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865E721-566E-7AE9-2503-80DE60DA46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E929E11-121B-0A8B-7DB8-0EE30C491D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3708756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</Words>
  <Application>Microsoft Office PowerPoint</Application>
  <PresentationFormat>와이드스크린</PresentationFormat>
  <Paragraphs>2</Paragraphs>
  <Slides>2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</vt:i4>
      </vt:variant>
    </vt:vector>
  </HeadingPairs>
  <TitlesOfParts>
    <vt:vector size="5" baseType="lpstr">
      <vt:lpstr>맑은 고딕</vt:lpstr>
      <vt:lpstr>Arial</vt:lpstr>
      <vt:lpstr>Office 테마</vt:lpstr>
      <vt:lpstr>COMP 3011 Coursework 1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HANY SONG</dc:creator>
  <cp:lastModifiedBy>HANY SONG</cp:lastModifiedBy>
  <cp:revision>2</cp:revision>
  <dcterms:created xsi:type="dcterms:W3CDTF">2026-03-13T00:21:54Z</dcterms:created>
  <dcterms:modified xsi:type="dcterms:W3CDTF">2026-03-13T00:22:25Z</dcterms:modified>
</cp:coreProperties>
</file>